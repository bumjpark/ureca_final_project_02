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트래픽 선착순 쿠폰 발급 시스템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9202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20,000건의 동시 폭주 속에서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'0'의 오차를 증명하다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300만 건 데이터 정합성 보장과 5계층 장애 자가 치유 아키텍처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4389120"/>
            <a:ext cx="24231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5262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 가상 유저 (VU)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4846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VU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5349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초과 발급 0건 완벽 방어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20440" y="4389120"/>
            <a:ext cx="24231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45262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지연시간 개선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4846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43.88 ms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5349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6.24초 ➜ 140배 단축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4389120"/>
            <a:ext cx="24231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45262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처리량 최적화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4846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1,250 TPS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5349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Batch 5.5배 향상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732520" y="4389120"/>
            <a:ext cx="24231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45262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300만 건 정합성 검증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69680" y="4846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 초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69680" y="5349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전수 스캔 및 CSV 자동화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2조 투게더: 박종범(팀장), 이용재, 이헌진, 정문구, 박찬영  |  LG유플러스 유레카 백엔드 종합프로젝트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이벤트의 3대 핵심 과제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트래픽 환경에서 마주한 기술적 난제와 비즈니스 요구사항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2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33756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동시성 제어 (Race Condition)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2971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10,000장 재고에 20,000건 동시 인입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두 요청이 동시에 재고를 읽고 차감하는 경합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재고 초과 발급(Over-selling) 0건 절대 보장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NFR-1 최우선 정합성 지표 달성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737360"/>
            <a:ext cx="333756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920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엄격한 1인 1매 제한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2468880"/>
            <a:ext cx="2971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광클, 새로고침(F5) 연타, 멀티 탭, 봇 차단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동일 유저의 동시 다중 요청 무효화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- 1명의 유저가 여러 장을 획득하는 어뷰징 방지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식별자 기반 원자적 중복 판정 필요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0" y="1737360"/>
            <a:ext cx="333756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1920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RDB 커넥션 병목 격리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0" y="2468880"/>
            <a:ext cx="2971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순간 폭주 트래픽의 WAS/DB 전파 차단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HikariCP(커넥션 풀 10~20개) 조기 고갈 방지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스레드 블로킹으로 인한 서버 다운 방지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발급 응답(동기)과 DB 쓰기(비동기)의 분리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현업 시스템 조사와 의문: "왜 Redis + Kafka인가?"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남들이 쓰는 기술을 맹목적으로 따르지 않고 실측으로 증명하기로 한 이유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3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현업 서비스 조사 (배민, 무신사, 인터파크 등)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대규모 트래픽 기업들의 공통 아키텍처: "Redis (인메모리) + Kafka (메시지 큐)"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순간 폭주 트래픽을 인메모리에서 걸러내고, DB 저장은 비동기 큐로 완충하는 표준 패턴 확인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5156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3832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팀의 엔지니어링 의문 (Why?)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37490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"남들이 쓴다고 무작정 도입하는 것은 엔지니어링이 아니다."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왜 Java 락이나 DB 락으로는 안 될까? 단순 Redis 명령어로는 왜 동시성이 터질까?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Kafka만 도입하면 정말 무조건 빨라지는가? 실제 병목은 어디에 있는가?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4754880"/>
            <a:ext cx="105156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8920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가설과 실측 기반의 8단계 검증 여정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525780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가장 원초적인 순수 Java(락 없음)부터 DB 비관적 락, Redis Lua, Kafka Consumer 최적화까지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각 대안에 20,000건 부하를 직접 걸어 한계를 깨뜨려보고, 수치로 증명하며 최적의 아키텍처를 도출하기로 결정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1~3차 테스트: 애플리케이션 제어 &amp; DB 락의 한계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부하 테스트를 통한 대안 탈락 과정과 실패 분석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4 / 22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515600" cy="3200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부하 조건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정합성 결과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실패 원인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판정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순수 Java (락 없음)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20,000건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10,054건 발급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(오버셀 54건)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동시성 경합으로 Check-then-Act 원자성 파괴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탈락 (FAIL)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AtomicInteger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20,000건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(카운트 정확)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JVM 메모리 종속, 서버 재시작 및 다중화 시 리셋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탈락 (FAIL)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RDB 비관적 락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(SELECT FOR UPDATE)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20,000건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(카운트 정확)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HikariCP 커넥션 풀 완전 고갈로 타임아웃 및 서버 마비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탈락 (FAIL)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5212080"/>
            <a:ext cx="105156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3492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핵심 엔지니어링 결론: 대규모 동시성 환경에서는 RDB 트랜잭션 락을 배제한 인메모리 원자 제어 솔루션이 필수적임.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4~5차 테스트: Redis 도입과 Lua Script의 원자성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Check-then-Act 문제 해결과 분산 락 없는 고성능 달성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5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단순 Redis DECR의 실패 (4차)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GET(재고조회) ➜ SISMEMBER(중복체크) ➜ DECR(차감) 분리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명령 사이의 시간 차(Check-then-Act)로 동시성 침투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실측 결과: 60,000건 요청 시 6,646건 중복 발급 발생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결론: 개별 명령어 호출만으로는 원자성 보장 불가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Redis Lua Script (EVAL) 적용 (5차)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SCARD + SISMEMBER + SADD를 단일 원자 스크립트로 묶음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Redis 싱글스레드에서 단 1회의 트랜잭션으로 원자 실행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별도 분산 락(Redisson) 대기 시간(RTT) 0초 달성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실측 결과: 60,000건 동시 요청 시 초과발급 0건, 877ms 마감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6차 테스트: Redis + 동기 DB 저장의 병목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Redis는 1ms인데 왜 전체 처리는 12.7초가 걸리는가?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6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실측 데이터 비교 (Redis 판정 vs 동기 DB 저장)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Redis Lua 판정 시간 : 1 ms 미만 (초고속 승인)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전체 소요 시간 : 12,706 ms (12.7초, 심각한 지연)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가장 오래 걸린 DB 저장 대기 시간 : 7,413.41 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1051560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4747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병목 원인 분석 &amp; 엔지니어링 통찰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840480"/>
            <a:ext cx="9966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DB 커넥션 풀(HikariCP 10~20개)이 순간적으로 몰리는 2만 건의 동시 쓰기 요청을 감당하지 못함.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서버 스레드가 DB INSERT 완료를 기다리느라 블로킹되어 뒤쪽 요청들이 도미노처럼 큐잉 지연.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핵심 결론: "발급 승인 응답(동기)"과 "DB 영속화(비동기)"는 반드시 아키텍처적으로 분리되어야 함.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도입의 함정: 단순 도입 vs 배치 최적화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Kafka만 얹는다고 빨라지지 않는다 — Consumer 단건 저장의 참사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7 / 22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515600" cy="310896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Only (동기 DB)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+ Kafka (단건 저장)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결과 방향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처리 시간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6,700 ms (2,985건/s)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10,858 ms (1,816건/s)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1.6배 성능 악화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오류 건수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283건 오류 발생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컨슈머 지연으로 실패 발생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원인 분석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 커넥션 병목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메시지 1건마다 @Transactional + 단건 INSERT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(건별 DB 왕복 및 fsync 병목)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배치 없는 Kafka는 오버헤드만 가중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5120640"/>
            <a:ext cx="10515600" cy="1005840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25780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핵심 인사이트: Kafka 자체는 가속기가 아니다. Kafka의 진짜 존재 가치는 "DB 쓰기 작업을 일괄(Batch) 처리할 수 있도록 완충해 주는 것"에 있다.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Consumer 최적화: SEQUENCE 채번 &amp; JDBC Batch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쓰기 처리량 5.5배 폭발적 개선 (229 TPS ➜ 1,250 TPS)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8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IDENTITY ➜ SEQUENCE 채번 전환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IDENTITY는 ID 조회를 위해 매 save마다 강제 flush 발생 ➜ SEQUENCE 메모리 사전할당(allocationSize=50)으로 트랜잭션 종료 시 일괄 flush 달성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17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JDBC Batch Insert 활성화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rewriteBatchedStatements=true 설정으로 수백 개 개별 INSERT 쿼리를 단 1개의 Multi-Row Bulk INSERT 문으로 압축 전송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60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100건 청크 트랜잭션 &amp; Fallback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434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건은 100건 청크 단위 일괄 처리(processChunk), UNIQUE 제약 위반 발생 청크만 건별(processSingle)로 안전하게 폴백 격리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5303520"/>
            <a:ext cx="10515600" cy="822960"/>
          </a:xfrm>
          <a:prstGeom prst="rect">
            <a:avLst/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48640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개선 결과: DB 영속화 시간 43.6초 ➜ 8.0초 (DB 처리량 229 TPS ➜ 1,250 TPS, 5.5배 향상 / 드롭 0건)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2-Set 구조(RESERVED ➜ ISSUED)와 초저지연 응답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지연 시간 6.24초 ➜ 43.88ms (140배 단축)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9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 상태 머신 &amp; 자가 치유 라이프사이클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9966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 (임시 예약): Lua Script 차감 후 RESERVED ZSET에 {userId: timestamp} 등록 ➜ 즉시 202 ACCEPTED 응답 (1ms, Fire-and-Forget)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 (DB 확정): Kafka Consumer가 DB INSERT 완료 후 RESERVED에서 제거하고 ISSUED SET으로 확정 승격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 (유실 복구 안전망): ReconciliationScheduler가 1분마다 60초 이상 RESERVED에 남은 "미아 예약"을 감지해 DB 확인 후 자동 재발행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5029200"/>
            <a:ext cx="33375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1206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발급 성공 평균 지연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5349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1.09 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57150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5.16ms에서 대폭 단축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51960" y="5029200"/>
            <a:ext cx="33375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51206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응답 지연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5349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1.77 ms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9120" y="57150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6.66ms에서 안정화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0" y="5029200"/>
            <a:ext cx="33375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51206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지연 시간 (Max)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09560" y="5349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43.88 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09560" y="57150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6.24초 대비 140배 개선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진화 단계별 벤치마크 총괄 비교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수치로 입증하는 6단계 최적화 과정과 최종 성과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10 / 22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515600" cy="45720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아키텍처 방식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처리 속도 / TPS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정합성 (초과발급)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평가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1단계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순수 Java (락 없음)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54건 초과 발급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레이스 컨디션 발생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2단계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AtomicInteger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0건 (단일서버)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서버 재시작 시 데이터 소멸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3단계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RDB 비관적 락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타임아웃 발생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0건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커넥션 풀 완전 고갈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4단계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단순 DECR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3,612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6,646건 중복 발급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Check-then-Act 원자성 파괴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5단계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Lua + 동기 DB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12,706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0건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 커넥션 병목 심각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6단계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Lua + Kafka (단건)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10,858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283건 오류 발생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Consumer 단건 저장 지연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최종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Lua + Kafka Batch + 2-Set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6.0초 (3,358 TPS)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43.88ms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0건 (완벽)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초과발급 0건, P50 46ms, 무결성 100%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트래픽 폭주와 네트워크 유실: 대기열 도입의 계기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 OS 소켓 한계와 Thundering Herd 극복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11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부하 테스트 중 마주한 네트워크 레벨의 병목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9966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소켓 연결 거부 (Connection Refused 29.77% 발생)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- 2만~10만 가상 유저가 0초에 동시 인입되면서 OS의 TCP 소켓 포트(65,535개) 고갈 (TIME_WAIT 상태)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서버 비즈니스 로직은 멀쩡하지만 네트워크 진입로에서 패킷이 드롭되는 현상 발생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사용자 새로고침(F5) 연타 및 매크로 봇의 Thundering Herd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진입 대기 중인 유저들이 불안감으로 F5를 연타하여 수만 건의 중복 요청이 쏟아짐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아키텍처 설계 원칙의 확장: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"정합성은 Redis Lua Script가 보장하지만, 시스템 입구를 보호하고 유량을 조절하는 유량 제어(Traffic Control)는 맨 앞단의 대기열이 담당해야 한다."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동적 스케일링 대기열 &amp; SSE 실시간 통보 아키텍처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ZPOPMIN 원자적 추출 + 파이프라이닝 토큰 발급 + Server-Sent Events 푸시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12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대기열 등록 (/queue/join) &amp; 멱등성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ZSET(Score=timestamp)에 순번 등록. F5 연타 시에도 ZSCORE로 기존 순번을 멱등하게 유지하여 중복 줄서기 차단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17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분산 락 기반 입장 스케줄러 &amp; 자동 스케일링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1초 주기 QueueAdmissionScheduler가 분산 락(SETNX) 획득 후, 대기열 부하에 따라 QueueLimitAdminService로 입장 정원을 자동 스케일링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60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원자적 추출 &amp; 파이프라이닝 토큰 발급 (ZPOPMIN)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434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Math.min(batchSize, stock) 정밀 슬라이싱 후 ZPOPMIN으로 선두 인원을 원자적 추출하고, Redis Pipelining으로 60초 TTL activeToken 일괄 등록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5166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303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SSE(Server-Sent Events) 실시간 토큰 푸시 &amp; 보안 검증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577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클라이언트 폴링 없이 SSE 스트림으로 activeToken 실시간 전달 ➜ /issue 호출 시 토큰 소유자(userId) 일치 여부를 원자적으로 소비/검증하여 매크로 차단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공정성 &amp; 5대 역전 시나리오 완벽 방어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내 미세 역전 허용 vs 경계선 새치기 0% 차단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13 / 22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515600" cy="45720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상황 / 시나리오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역전 발생 여부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공정성 및 시스템 영향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적용된 방어 기술 / 원리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대기열 줄서기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역전 불가 (0%)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먼저 도착한 패킷이 무조건 낮은 순번 수령 (100% 공정)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싱글스레드 + INCR 단조 증가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동일 배치 내 발급 (300명)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미세 역전 허용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300명 모두 당첨 확정 그룹이므로 공정성 피해 없음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activeToken 보유자 그룹 동시 처리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당첨/탈락 경계선 (마지막 10개)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절대 불가 (새치기 차단)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11등이 10등을 제치고 쿠폰 가로채기 0건 보장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Math.min(batch, stock) 정밀 슬라이싱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60초 타임아웃 만료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⭕ 정상 추월 (정책적)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잠수 유저 슬롯을 다음 대기자에게 자동 양도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activeToken TTL + EXPIRED 만료 마커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서버 다중화 (서버 A, B)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역전 불가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서버 N대 분산 환경에서도 단일 시퀀스 보장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중앙 집중형 Redis ZSET 시퀀스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장애 격리 &amp; 5계층 방어 로직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어느 레이어가 터져도 서비스는 중단되지 않는다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14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47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1계층: 유입 제어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18470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&amp; Redis ZSET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0" y="184708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소켓 폭풍 방어, F5 중복 줄서기 차단, activeToken 우회 차단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2633472"/>
            <a:ext cx="10515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2계층: 메모리 검증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Lua &amp; 2-State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0" y="27432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0.5ms 만에 400 Fast-Fail, DB 트래픽 99% 차단, 1인 1매 엄격 보장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529584"/>
            <a:ext cx="10515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393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3계층: 비동기 완충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3639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Kafka Broker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0" y="363931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policyId+userId 파티션 키로 순서 보장, DB 지연 흡수, DLT 격리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4425696"/>
            <a:ext cx="10515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5354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4계층: 자가 치유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45354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ReconciliationScheduler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0" y="4535424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60초 초과 유실 예약 건 1분 주기 감지 ➜ DB 확인 후 Kafka 자동 재발행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5321808"/>
            <a:ext cx="10515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4315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5계층: 최종 영속화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54315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(InnoDB &amp; JPA)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0" y="543153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복합 유니크 제약(policy_id, user_id) ➜ 중복 메시지 100% 멱등 흡수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완전 유실 장애 복구 &amp; Kafka Lag 안전 방어선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부하 도중 FLUSHALL(전멸) 발생 시 SSOT(MySQL) 기반 원자적 복원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15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극단적 카오스 테스트: 부하 도중 Redis FLUSHALL 강제 주입 (T = 32s)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9966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장애 상황: 4,557건 발급 완료, Kafka에 4,311건 처리 중, 잔여 재고 5,443건인 시점에 Redis 완전 삭제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안전 복구 메커니즘 (RedisRecoveryService):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Kafka Lag 안전 방어선: 컨슈머 랙(Lag &gt; 0) 존재 시 섣부른 복구 시도를 409 Conflict로 즉시 차단 ➜ 중복 발급 원천 방어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Lag = 0 도달 시 SSOT 복원: MySQL 실제 저장량(4,557건) 기준으로 잔여 재고(5,443개) 및 발급자 SET 116ms 만에 원자 재구성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최종 데이터 정합성 검증 결과: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DB 발급(4,557) + Redis 잔여(5,443) = 정확히 10,000장 보존 (PASS)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1인 1매 원칙 100% 준수 (중복 0건), 감사 로그 100% 일치, 정합성 배치 SUCCESS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300만 건 정합성 검증: 체크섬의 한계와 집합(Set) Diff 아키텍처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카운트 비교를 넘어선 대규모 데이터 무결성 검증 설계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16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XOR 체크섬 방식 검토 및 탈락 사유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초기 검토: 빠른 집계를 위해 BIT_XOR(user_id) 고려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오류 상쇄 (Collision 위험):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서로 다른 두 이상 건이 우연히 같은 체크섬을 만들어 정상으로 오판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중복 자기소멸 (A ⊕ A = 0):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동일 유저가 중복 발급되면 XOR 특성상 0으로 소멸되어 중복 감지 불가!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결론: 체크섬 대신 100% 신뢰 가능한 집합(Set) 대조 채택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최종 채택: Set 기반 양방향 Diff &amp; 불변식 엔진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커버링 인덱스 기반 DB 발급자 Set&lt;Long&gt; 추출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Redis 확정 발급자 Set&lt;Long&gt; 인메모리 로드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O(N) 양방향 대칭차집합(Diff) 연산: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Redis_Only 및 DB_Only 유저 목록 정밀 색출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300만 건 대용량 스캔 중에도 메모리 1.45GB 유지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이상 발생 시 유저 추적용 CSV 리포트 자동 생성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5대 정합성 검증 엔진 &amp; 자동 CSV 리포팅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실무 수준의 불일치 원인 추적 시스템 (VerificationAsyncTrigger)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17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오버셀 검증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31920" y="18745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발급 수 &gt; 정책 총 수량 초과 여부 검사 (NFR-1 절대 수호)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10515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51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Redis ↔ DB Diff 검증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931920" y="26517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확정 발급 유저 집합과 DB 발급 유저 집합의 양방향 일치 대조 (대칭차집합)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10515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429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재고 누수 검증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31920" y="34290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잔여재고 + DB 발급수 + RESERVED 잔량 = 총 수량 삼각 불변식 검증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4069080"/>
            <a:ext cx="10515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206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생애주기 정합성 검증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931920" y="42062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발급(ISSUED) ➜ 사용(USED) ➜ 취소 간 CouponIssue와 History 상태 일치 검증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4846320"/>
            <a:ext cx="10515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983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FCFS 선착순 검증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931920" y="49834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대기열 도착 상위 N명 집합(queue_join_log)과 실제 DB 발급자 집합 일치 검증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5669280"/>
            <a:ext cx="10515600" cy="594360"/>
          </a:xfrm>
          <a:prstGeom prst="rect">
            <a:avLst/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80644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자동 리포팅: 불일치 발견 시 유저 ID, 발생 시각, 원인별 세부 내역을 담은 CSV 파일 자동 생성 및 다운로드 API 제공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300만 건 검증 배치 실측 벤치마크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300만 건 전수 검증 단 6.2초 완료 — OOM 없는 안정적 실행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18 / 22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515600" cy="310896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정책 시나리오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검증 판정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감지된 mismatchCount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소요 시간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검증 상세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clean-1m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SUCCESS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 초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100만 건 완전 무결점 검증 통과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mismatch-overissue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🚨 MISMATCH_FOUND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1,300건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 초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사전 주입된 초과발급 데이터 정확히 적발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lifecycle-anomaly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🚨 MISMATCH_FOUND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 초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사전 주입된 이력 누락 데이터 정확히 적발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512064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25780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자원 사용량 및 시스템 안정성: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557784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100만 유저 + 300만 발급이력 + 299.9만 감사로그 대상 비동기 인덱스 레인지 스캔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Spring Boot 힙 메모리 1.45GB로 안정 유지 (OOM 발생 0% 달성)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 시스템 시연 (5분)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4단계 핵심 플로우 라이브 시연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19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1. 대기열 &amp; 선착순 발급 (k6 20,000 VU)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뷰 대기 순번 카운트다운 ➜ 발급 성공(202) ➜ 실시간 재고 1만 개 정확 소진 확인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17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2. 관리자 실시간 대시보드 모니터링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초당 유입량, Redis 잔여 재고 0, Kafka Consumer 배치 적재 현황 실시간 관측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60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3. 카오스 엔지니어링 (Redis FLUSHALL &amp; 복구)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434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부하 도중 Redis 삭제 ➜ Kafka Lag 감지 복구 차단 ➜ SSOT 원자 복원 시연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5166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303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4. 300만 건 정합성 검증 배치 실행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577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수동 실행 ➜ 6.2초 만에 검증 완료 ➜ 정합성 리포트 및 CSV 다운로드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성과 요약 및 기여도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이론을 실측으로 증명한 대규모 트래픽 분산 시스템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20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3375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동시성 정합성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초과 발급 0건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20,000건 동시 요청 무결성 100%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375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920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초저지연 응답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2331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43.88 ms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0" y="29718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2-Set 구조로 6.24초 대비 140배 단축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0" y="1737360"/>
            <a:ext cx="33375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1920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DB 쓰기 최적화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09560" y="2331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1,250 TPS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09560" y="29718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+ JDBC Batch 5.5배 개선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68880" y="4023360"/>
            <a:ext cx="33375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4206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장애 자가 치유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06040" y="4617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무결점 복원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606040" y="52578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 방어선 + SSOT 원자 복구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4023360"/>
            <a:ext cx="33375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4206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대용량 신뢰성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4617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6.2초 완료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26480" y="52578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300만 건 검증 및 CSV 자동 리포팅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엔지니어링 인사이트 &amp; 배운 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"수치보다 중요한 것은 문제를 파헤치는 엔지니어링 태도"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21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가설과 실측의 반복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"Kafka를 쓰면 무조건 빨라질 것이다"라는 환상을 버리고, 실측을 통해 Consumer 단건 저장 병목을 찾아내어 Batch로 개선함.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515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33756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정합성과 유량 제어의 명확한 분리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7033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"무엇이 맞는 답인가(Lua 원자성)"와 "얼마나 흘려보낼 것인가(대기열 동시성 제한)"의 책임을 각 계층에 명확히 분리함.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663440"/>
            <a:ext cx="10515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8006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장애를 전제한 분산 아키텍처 설계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51663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 순단과 캐시 유실은 언제든 발생할 수 있으므로, SSOT(단일 진실 공급원)와 자가 치유 스케줄러를 통한 다중 안전망의 필수성을 체득함.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경청해 주셔서 감사합니다. 질문에 성심성의껏 답변드리겠습니다.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22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Redis Lua가 싱글스레드인데 트래픽이 10배 늘어나면 병목이 되지 않나요?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Lua 연산을 O(1)로 단순화하여 1회 0.1ms 미만입니다. 추가 확장 시 재고 키 샤딩(stock_1, stock_2)과 대기열 동시성 제한으로 CPU 포화를 방어합니다.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515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33756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Redis 발급 후 DB 저장이 영구 실패하면 어떻게 되나요?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37033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발급 즉시 RESERVED로 등록되며, DLT 격리와 함께 1분 주기 스케줄러가 60초 초과 미아 건을 DB 확인 후 자동 재발행합니다.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4663440"/>
            <a:ext cx="10515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8006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300만 건 검증이 운영 DB에 부하를 주지 않나요?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51663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실무 환경은 Read Replica나 CDC 기반 DW에서 검증하며, 본 시스템은 커버링 인덱스와 청크 단위 비동기 배치로 락 경합을 최소화했습니다.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2026-08-28T06:45:55Z</dcterms:created>
  <dcterms:modified xsi:type="dcterms:W3CDTF">2026-08-28T06:45:55Z</dcterms:modified>
</cp:coreProperties>
</file>